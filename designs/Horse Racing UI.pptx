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8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711AA-CBD5-7CA5-8CC6-7ACAD37C05E1}" v="249" dt="2026-08-12T13:29:45.825"/>
    <p1510:client id="{024B2F4E-56BA-B385-9E0C-F0A525CCB8C5}" v="79" dt="2026-08-12T13:25:41.826"/>
    <p1510:client id="{3236F296-F825-6508-A28C-DD9495C24DFC}" v="94" dt="2026-08-12T13:25:01.287"/>
    <p1510:client id="{A77764ED-6BA5-9500-3CEC-947F96468B65}" v="384" dt="2026-08-12T13:31:39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" y="169863"/>
            <a:ext cx="2847975" cy="377825"/>
          </a:xfrm>
        </p:spPr>
        <p:txBody>
          <a:bodyPr>
            <a:noAutofit/>
          </a:bodyPr>
          <a:lstStyle/>
          <a:p>
            <a:r>
              <a:rPr lang="en-US" sz="1600"/>
              <a:t>Page 1 - Banele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EF039-B2DF-FE96-3DAE-8FF519FB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73" y="552450"/>
            <a:ext cx="7990505" cy="6067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801ADD-3ACC-0609-2C94-C0791A96B674}"/>
              </a:ext>
            </a:extLst>
          </p:cNvPr>
          <p:cNvSpPr txBox="1"/>
          <p:nvPr/>
        </p:nvSpPr>
        <p:spPr>
          <a:xfrm>
            <a:off x="8980938" y="834123"/>
            <a:ext cx="277204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Add dates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Add times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Updates cards to be like </a:t>
            </a:r>
            <a:r>
              <a:rPr lang="en-US" dirty="0" err="1"/>
              <a:t>Phumes</a:t>
            </a:r>
          </a:p>
          <a:p>
            <a:pPr marL="285750" indent="-285750">
              <a:buFont typeface="Calibri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3D65B-4AE8-5BA1-BACC-72C38FD1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1453725"/>
            <a:ext cx="10091854" cy="42293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214FD6-92E6-ECB4-1124-997AA626DD9C}"/>
              </a:ext>
            </a:extLst>
          </p:cNvPr>
          <p:cNvSpPr txBox="1"/>
          <p:nvPr/>
        </p:nvSpPr>
        <p:spPr>
          <a:xfrm>
            <a:off x="487680" y="325120"/>
            <a:ext cx="7213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First page blocks layout</a:t>
            </a:r>
          </a:p>
        </p:txBody>
      </p:sp>
    </p:spTree>
    <p:extLst>
      <p:ext uri="{BB962C8B-B14F-4D97-AF65-F5344CB8AC3E}">
        <p14:creationId xmlns:p14="http://schemas.microsoft.com/office/powerpoint/2010/main" val="61758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F751-7033-5DC6-D98D-45836799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84" y="314325"/>
            <a:ext cx="10759016" cy="1378479"/>
          </a:xfrm>
        </p:spPr>
        <p:txBody>
          <a:bodyPr>
            <a:normAutofit/>
          </a:bodyPr>
          <a:lstStyle/>
          <a:p>
            <a:r>
              <a:rPr lang="en-GB" sz="2000"/>
              <a:t>Page 2- Thando</a:t>
            </a:r>
            <a:br>
              <a:rPr lang="en-GB" sz="2000"/>
            </a:br>
            <a:r>
              <a:rPr lang="en-GB" sz="2000"/>
              <a:t>-update each race block</a:t>
            </a:r>
            <a:br>
              <a:rPr lang="en-GB" sz="2000"/>
            </a:br>
            <a:r>
              <a:rPr lang="en-GB" sz="2000"/>
              <a:t> to be like the landing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00B87B-D50F-775C-CE31-2E0256F8E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229" y="520934"/>
            <a:ext cx="8715374" cy="550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2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6865-4776-5F32-D27D-BDE28DBC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34" y="-285363"/>
            <a:ext cx="4726259" cy="1344148"/>
          </a:xfrm>
        </p:spPr>
        <p:txBody>
          <a:bodyPr>
            <a:normAutofit/>
          </a:bodyPr>
          <a:lstStyle/>
          <a:p>
            <a:r>
              <a:rPr lang="en-US" sz="3200" dirty="0"/>
              <a:t>Page 4- </a:t>
            </a:r>
            <a:r>
              <a:rPr lang="en-US" sz="3200" dirty="0" err="1"/>
              <a:t>Phume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959BC0-052A-9F65-8094-9B159AC033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914" y="722217"/>
            <a:ext cx="5385005" cy="5771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815ED-B6AF-1B8F-39F7-9E18AF5BDF75}"/>
              </a:ext>
            </a:extLst>
          </p:cNvPr>
          <p:cNvSpPr txBox="1"/>
          <p:nvPr/>
        </p:nvSpPr>
        <p:spPr>
          <a:xfrm>
            <a:off x="6328049" y="771407"/>
            <a:ext cx="539985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Mbali ( add these in backend) 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Numbering same as horse number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Percentages</a:t>
            </a:r>
            <a:endParaRPr lang="en-US" dirty="0"/>
          </a:p>
          <a:p>
            <a:pPr marL="285750" indent="-285750">
              <a:buFont typeface="Calibri"/>
              <a:buChar char="-"/>
            </a:pPr>
            <a:r>
              <a:rPr lang="en-US" dirty="0"/>
              <a:t>Display wins and </a:t>
            </a:r>
            <a:r>
              <a:rPr lang="en-US"/>
              <a:t>placements.</a:t>
            </a:r>
            <a:endParaRPr lang="en-US" dirty="0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3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7884-FB63-801E-C97C-8BDDCE9D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67C8-A7D8-C8DF-6778-666972F87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169863"/>
            <a:ext cx="2847975" cy="377825"/>
          </a:xfrm>
        </p:spPr>
        <p:txBody>
          <a:bodyPr>
            <a:noAutofit/>
          </a:bodyPr>
          <a:lstStyle/>
          <a:p>
            <a:r>
              <a:rPr lang="en-US" sz="1600"/>
              <a:t>Page 5- Banele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F776D-3201-0A73-5CEE-970009E2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0" y="678392"/>
            <a:ext cx="7381380" cy="5686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5A741F-7347-6A44-3C25-370862175F98}"/>
              </a:ext>
            </a:extLst>
          </p:cNvPr>
          <p:cNvSpPr txBox="1"/>
          <p:nvPr/>
        </p:nvSpPr>
        <p:spPr>
          <a:xfrm>
            <a:off x="8027655" y="1041085"/>
            <a:ext cx="36061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Alignment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Purple highlight instead when selecting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73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0BCB0B-F43B-AA1D-19B3-D3BFCEE75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72" y="825665"/>
            <a:ext cx="11030415" cy="547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A8CC14-400E-993F-84E6-863B8E3EEAB1}"/>
              </a:ext>
            </a:extLst>
          </p:cNvPr>
          <p:cNvSpPr txBox="1"/>
          <p:nvPr/>
        </p:nvSpPr>
        <p:spPr>
          <a:xfrm>
            <a:off x="91440" y="71120"/>
            <a:ext cx="2997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Phume</a:t>
            </a:r>
            <a:r>
              <a:rPr lang="en-US" dirty="0"/>
              <a:t> – Page 6</a:t>
            </a:r>
          </a:p>
          <a:p>
            <a:r>
              <a:rPr lang="en-US"/>
              <a:t>Make it readable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0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Page 1 - Banele</vt:lpstr>
      <vt:lpstr>PowerPoint Presentation</vt:lpstr>
      <vt:lpstr>Page 2- Thando -update each race block  to be like the landing page</vt:lpstr>
      <vt:lpstr>Page 4- Phume</vt:lpstr>
      <vt:lpstr>Page 5- Banele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200</cp:revision>
  <dcterms:created xsi:type="dcterms:W3CDTF">2026-08-12T13:05:07Z</dcterms:created>
  <dcterms:modified xsi:type="dcterms:W3CDTF">2026-08-12T17:57:45Z</dcterms:modified>
</cp:coreProperties>
</file>